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Caf/o4fOFzXxgnxvA7vilnyZd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E3D2C4-B666-4F1D-A865-336007F4D0EC}">
  <a:tblStyle styleId="{A7E3D2C4-B666-4F1D-A865-336007F4D0E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2786f6d5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2786f6d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d2786f6d5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Caso de estudio: BioMistral-7B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 LLM open-source para el dominio biomédico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Labrak et al., 2024 — ACL 2024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arXiv: 2402.10373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¿Qué es BioMistral?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40080" y="822960"/>
            <a:ext cx="786384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 ejemplo concreto de continued pre-training aplicado a medicina.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base: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Mistral 7B Instruct v0.1 — un modelo generalista de 7B parámetros, ya alineado (SFT + post-training).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Qué hicieron: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Continued pre-training (further pre-training) sobre texto biomédico. No cambiaron la arquitectura, no hicieron SFT con pares pregunta-respuesta médicos. Solo le dieron más texto del dominio.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Tipo de fine-tuning: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Self-supervised (continued pre-training) — el modelo aprende de texto sin anotaciones, como en el pre-training original pero con datos del dominio.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Licencia: Apache 2.0 (open-source, uso libre)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640080" y="215220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¿Con qué datos se entrenó?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40080" y="822960"/>
            <a:ext cx="78638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Fuente: PubMed Central Open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Papers biomédicos completos con licencias abiertas (CC0, CC BY, CC BY-SA, CC BY-ND).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dataset: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Texto científico de alta calidad (peer-reviewed)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Sin anotaciones manuales (self-supervised)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Subconjunto de licencias abiertas → asegura reusabilidad legal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Texto completo de papers (no solo abstracts)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Hiperparámetros clave: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Optimizador: AdamW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Learning rate: 2×10⁻⁵ (sin warmup)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Context length: 2.048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Infraestructura: Jean Zay HPC (Francia, CNRS)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Punto clave: no usaron datos anotados (caros). Solo texto del dominio, que es abundante y gratuito.</a:t>
            </a:r>
            <a:endParaRPr i="1" sz="11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i="1" lang="en-US" sz="20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Recordemos que hay 2 formas principales de fine-tuning: Continued pre-training (no supervisado, predecir la siguiente palabra sobre texto especializado) y Supervised Fine-Tuning “SFT” (pares instruccion - respuesta esperada). BioMistral usa Continued Pre-Training.</a:t>
            </a:r>
            <a:endParaRPr i="1" sz="20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¿En qué benchmarks se evaluó?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10 tareas de QA médico en inglés (opción múltiple). Evaluación con SFT + 3-shot, promediado en 3 seeds: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" name="Google Shape;40;p4"/>
          <p:cNvGraphicFramePr/>
          <p:nvPr/>
        </p:nvGraphicFramePr>
        <p:xfrm>
          <a:off x="64008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{A7E3D2C4-B666-4F1D-A865-336007F4D0EC}</a:tableStyleId>
              </a:tblPr>
              <a:tblGrid>
                <a:gridCol w="1828800"/>
                <a:gridCol w="3474725"/>
                <a:gridCol w="2560325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Dominio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 KG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Conocimiento clínico general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Opción múltiple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Medical Genetics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Genética médica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Opción múltiple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Anatomy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Anatomía humana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Opción múltiple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 Medicine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Medicina profesional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Opción múltiple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College Biology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Biología universitaria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Opción múltiple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College Medicine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Medicina universitaria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Opción múltiple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MedQA (4 opts)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USMLE-style (4 opciones)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Opción múltiple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MedQA (5 opts)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USMLE-style (5 opciones)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Opción múltiple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PubMedQA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Comprensión de abstracts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Sí/No/Quizás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MedMCQA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Exámenes médicos (India)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Opción múltiple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Resultados: BioMistral vs otros modelos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Accuracy promedio en los 10 benchmarks (SFT, 3-shot, 3 seeds):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" name="Google Shape;48;p5"/>
          <p:cNvGraphicFramePr/>
          <p:nvPr/>
        </p:nvGraphicFramePr>
        <p:xfrm>
          <a:off x="64008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{A7E3D2C4-B666-4F1D-A865-336007F4D0EC}</a:tableStyleId>
              </a:tblPr>
              <a:tblGrid>
                <a:gridCol w="2560325"/>
                <a:gridCol w="3017525"/>
                <a:gridCol w="22860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Accuracy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GPT-3.5 Turbo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Propietario (3-shot, sin SFT)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BioMistral 7B DARE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(merge)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59.4%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BioMistral 7B SLERP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(merge)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58.8%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BioMistral 7B Ensemble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(ensemble)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BioMistral 7B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(continued PT)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57.3%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Mistral 7B Instruct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(base)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55.9%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MedAlpaca 7B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(medical)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51.5%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BioMedGPT-LM-7B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(medical)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MediTron-7B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(medical)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PMC-LLaMA 7B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(medical)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30.4%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" name="Google Shape;49;p5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BioMistral supera a todos los modelos open-source médicos y se acerca a GPT-3.5 Turbo.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¿Qué mejoró el continued pre-training?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Comparación directa: BioMistral 7B vs Mistral 7B Instruct (su modelo base):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" name="Google Shape;57;p6"/>
          <p:cNvGraphicFramePr/>
          <p:nvPr/>
        </p:nvGraphicFramePr>
        <p:xfrm>
          <a:off x="64008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{A7E3D2C4-B666-4F1D-A865-336007F4D0EC}</a:tableStyleId>
              </a:tblPr>
              <a:tblGrid>
                <a:gridCol w="2286000"/>
                <a:gridCol w="2011675"/>
                <a:gridCol w="2011675"/>
                <a:gridCol w="15544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Mistral 7B Instruct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BioMistral 7B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Medical Genetics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+7.0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MedQA (4 opts)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+8.6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MedQA (5 opts)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MedMCQA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PubMedQA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 Medicine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Promedio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BBBB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" name="Google Shape;58;p6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Mejora consistente en tareas médicas específicas (MedQA, Medical Genetics).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 Clinical KG y College Biology, Mistral base gana → el continued pre-training no mejora todo.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Las variantes con model merging (DARE, SLERP) mejoran aún más: 59.4% promedio.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3d2786f6d5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1074675"/>
            <a:ext cx="882015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d2786f6d56_0_0"/>
          <p:cNvSpPr txBox="1"/>
          <p:nvPr/>
        </p:nvSpPr>
        <p:spPr>
          <a:xfrm>
            <a:off x="354725" y="260125"/>
            <a:ext cx="7971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vida real: ¿Me va a servir hacer todo el trabajo de fine-tuning?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¿Qué nos enseña BioMistral?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640080" y="822960"/>
            <a:ext cx="786384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Continued pre-training funciona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Solo con texto del dominio (sin anotaciones caras), se puede mejorar un modelo generalista en tareas médicas.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La mejora no es uniforme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Mejora mucho en benchmarks médicos específicos (MedQA: +8.6), pero puede perder en tareas generales. Trade-off.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Datos de calidad &gt; cantidad de parámetros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BioMistral (7B) supera a modelos médicos más grandes. PubMed Central es texto peer-reviewed de alta calidad.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Model merging como alternativa barata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Combinar BioMistral + Mistral Instruct (DARE, SLERP) mejora resultados sin entrenamiento adicional.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No reemplaza validación clínica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Los autores advierten explícitamente: no usar en producción médica sin evaluación en entornos clínicos reales.</a:t>
            </a:r>
            <a:endParaRPr b="0" i="0" sz="1100" u="none" cap="none" strike="noStrike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Referencia: https://huggingface.co/BioMistral/BioMistral-7B</a:t>
            </a:r>
            <a:endParaRPr sz="11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2026-03-25T16:06:15Z</dcterms:created>
  <dc:creator>PptxGenJS</dc:creator>
</cp:coreProperties>
</file>